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done By IMRAN KHAN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68995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37505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34048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15586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8081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43089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27535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05757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8136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74861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68399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56989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65318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07434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795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38873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r>
              <a:rPr lang="en-US"/>
              <a:t>done By IMRAN KHAN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54965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done By IMRAN KHAN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7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4455" y="2079308"/>
            <a:ext cx="6908800" cy="108267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3065" y="3161983"/>
            <a:ext cx="6913562" cy="17526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Compute Service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Lambda?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2400"/>
              <a:t>• AWS Lambda lets you run code without provisioning servers.</a:t>
            </a:r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sz="2400"/>
              <a:t>• Automatically scales based on request volume.</a:t>
            </a:r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sz="2400"/>
              <a:t>• Supports multiple runtimes (Python, Node.js, Java, Go, .NET, etc.).</a:t>
            </a:r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sz="2400"/>
              <a:t>• Pay only for execution time (100ms billing granularity).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sz="2400" dirty="0"/>
              <a:t>• Event-driven execution (triggers from 200+ AWS services).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Built-in fault tolerance and retries.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Integrated security with AWS IAM.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Supports environment variables for configuration.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Versioning and Aliases for deployment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2400">
                <a:sym typeface="+mn-ea"/>
              </a:rPr>
              <a:t>• Scheduled tasks and automation.</a:t>
            </a:r>
            <a:endParaRPr sz="2400"/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sz="2400"/>
              <a:t>• Image and video processing.</a:t>
            </a:r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sz="2400"/>
              <a:t>• Real-time file transformation.</a:t>
            </a:r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sz="2400"/>
              <a:t>• Backend APIs (with API Gateway).</a:t>
            </a:r>
          </a:p>
          <a:p>
            <a:pPr marL="0" indent="0">
              <a:buNone/>
            </a:pPr>
            <a:endParaRPr sz="2400"/>
          </a:p>
          <a:p>
            <a:pPr marL="0" indent="0">
              <a:buNone/>
            </a:pPr>
            <a:r>
              <a:rPr sz="2400"/>
              <a:t>• Stream processing (Kinesis, DynamoDB Streams).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3345076"/>
            <a:ext cx="8229600" cy="337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u="sng" dirty="0"/>
              <a:t>Implementation Steps</a:t>
            </a:r>
          </a:p>
          <a:p>
            <a:pPr marL="0" indent="0">
              <a:buNone/>
            </a:pPr>
            <a:endParaRPr lang="en-US" altLang="en-US" sz="2000" b="1" u="sng" dirty="0"/>
          </a:p>
          <a:p>
            <a:r>
              <a:rPr lang="en-US" altLang="en-US" sz="2000" dirty="0"/>
              <a:t>Create the Lambda Function</a:t>
            </a:r>
          </a:p>
          <a:p>
            <a:r>
              <a:rPr lang="en-US" altLang="en-US" sz="2000" dirty="0"/>
              <a:t>Write the Lambda Code</a:t>
            </a:r>
          </a:p>
          <a:p>
            <a:r>
              <a:rPr lang="en-US" altLang="en-US" sz="2000" dirty="0"/>
              <a:t>Create an IAM Policy for EBS Snapshot Cleanup</a:t>
            </a:r>
          </a:p>
          <a:p>
            <a:r>
              <a:rPr lang="en-US" altLang="en-US" sz="2000" dirty="0"/>
              <a:t>Attach the IAM Policy to the Lambda Execution Role</a:t>
            </a:r>
          </a:p>
          <a:p>
            <a:r>
              <a:rPr lang="en-US" altLang="en-US" sz="2000" dirty="0"/>
              <a:t>Test the Lambda Function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86471" y="1128456"/>
            <a:ext cx="717105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dirty="0">
                <a:solidFill>
                  <a:schemeClr val="bg1"/>
                </a:solidFill>
                <a:sym typeface="+mn-ea"/>
              </a:rPr>
              <a:t>Real-Time Task: EBS Snapshot Cost Optimization using AWS Lambda</a:t>
            </a:r>
            <a:br>
              <a:rPr lang="en-US" altLang="en-US" sz="2000" b="1" dirty="0">
                <a:solidFill>
                  <a:schemeClr val="bg1"/>
                </a:solidFill>
                <a:sym typeface="+mn-ea"/>
              </a:rPr>
            </a:br>
            <a:br>
              <a:rPr lang="en-US" altLang="en-US" sz="2000" b="1" dirty="0">
                <a:solidFill>
                  <a:schemeClr val="bg1"/>
                </a:solidFill>
                <a:sym typeface="+mn-ea"/>
              </a:rPr>
            </a:br>
            <a:endParaRPr lang="en-US" altLang="en-US" sz="20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6752" y="2029664"/>
            <a:ext cx="7770495" cy="1206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 dirty="0">
                <a:sym typeface="+mn-ea"/>
              </a:rPr>
              <a:t>Objective:</a:t>
            </a:r>
            <a:br>
              <a:rPr lang="en-US" altLang="en-US" b="1" dirty="0">
                <a:sym typeface="+mn-ea"/>
              </a:rPr>
            </a:br>
            <a:r>
              <a:rPr lang="en-US" altLang="en-US" b="1" dirty="0">
                <a:sym typeface="+mn-ea"/>
              </a:rPr>
              <a:t>Identify and delete unused EBS snapshots that are not associated with any EC2 instance or AMI to reduce storage costs.</a:t>
            </a:r>
            <a:endParaRPr lang="en-US" altLang="en-US" b="1" dirty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2400" dirty="0"/>
              <a:t>• Keep function package size small for faster cold starts.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Use environment variables for configuration.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Set appropriate memory and timeout settings.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Use Dead Letter Queues (DLQ) for failed events.</a:t>
            </a:r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• Monitor with CloudWatch Metrics and Alarms.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</TotalTime>
  <Words>261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Times New Roman</vt:lpstr>
      <vt:lpstr>Wingdings 3</vt:lpstr>
      <vt:lpstr>Ion Boardroom</vt:lpstr>
      <vt:lpstr>AWS Lambda Overview</vt:lpstr>
      <vt:lpstr>What is AWS Lambda?</vt:lpstr>
      <vt:lpstr>Key Features of AWS Lambda</vt:lpstr>
      <vt:lpstr>Common Use Cases</vt:lpstr>
      <vt:lpstr>PowerPoint Presentation</vt:lpstr>
      <vt:lpstr>Best Practices for AWS Lambda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Amaan Ahmed</dc:creator>
  <dc:description>generated using python-pptx</dc:description>
  <cp:lastModifiedBy>Mohammed Amaan Ahmed</cp:lastModifiedBy>
  <cp:revision>3</cp:revision>
  <dcterms:created xsi:type="dcterms:W3CDTF">2013-01-27T09:14:00Z</dcterms:created>
  <dcterms:modified xsi:type="dcterms:W3CDTF">2025-10-07T20:05:08Z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C47CCD32AB72459D91F9A2A53C27D597_13</vt:lpwstr>
  </property>
  <property fmtid="{D5CDD505-2E9C-101B-9397-08002B2CF9AE}" pid="3" name="KSOProductBuildVer">
    <vt:lpwstr>1033-12.2.0.21931</vt:lpwstr>
  </property>
</Properties>
</file>