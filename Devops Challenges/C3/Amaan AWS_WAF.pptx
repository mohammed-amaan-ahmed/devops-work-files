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79401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68348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53444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37577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38224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20008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63152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4045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20363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05882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37524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797372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532075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41155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03400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087679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696203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363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AWS WAF (Web Application Firewall)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Protect Your Applications from Web Threats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AWS WAF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• AWS WAF is a Web Application Firewall </a:t>
            </a:r>
            <a:r>
              <a:rPr lang="en-US"/>
              <a:t>	</a:t>
            </a:r>
            <a:r>
              <a:t>that </a:t>
            </a:r>
            <a:r>
              <a:rPr lang="en-US"/>
              <a:t>	</a:t>
            </a:r>
            <a:r>
              <a:t>helps protect applications from </a:t>
            </a:r>
            <a:r>
              <a:rPr lang="en-US"/>
              <a:t>	</a:t>
            </a:r>
            <a:r>
              <a:t>common web </a:t>
            </a:r>
            <a:r>
              <a:rPr lang="en-US"/>
              <a:t>	</a:t>
            </a:r>
            <a:r>
              <a:t>exploits.</a:t>
            </a:r>
          </a:p>
          <a:p>
            <a:pPr marL="0" indent="0">
              <a:buNone/>
            </a:pPr>
            <a:r>
              <a:t>• Protects against SQL injection, cross-site </a:t>
            </a:r>
            <a:r>
              <a:rPr lang="en-US"/>
              <a:t>	</a:t>
            </a:r>
            <a:r>
              <a:t>scripting (XSS), and DDoS attacks.</a:t>
            </a:r>
          </a:p>
          <a:p>
            <a:pPr marL="0" indent="0">
              <a:buNone/>
            </a:pPr>
            <a:r>
              <a:t>• Works with Amazon CloudFront, API </a:t>
            </a:r>
            <a:r>
              <a:rPr lang="en-US"/>
              <a:t>	</a:t>
            </a:r>
            <a:r>
              <a:t>Gateway, </a:t>
            </a:r>
            <a:r>
              <a:rPr lang="en-US"/>
              <a:t>	</a:t>
            </a:r>
            <a:r>
              <a:t>and Application Load </a:t>
            </a:r>
            <a:r>
              <a:rPr lang="en-US"/>
              <a:t>	</a:t>
            </a:r>
            <a:r>
              <a:t>Balancer.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 &amp;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• Block, allow, or monitor web requests </a:t>
            </a:r>
            <a:r>
              <a:rPr lang="en-US"/>
              <a:t>	</a:t>
            </a:r>
            <a:r>
              <a:t>based on customizable rules.</a:t>
            </a:r>
          </a:p>
          <a:p>
            <a:pPr marL="0" indent="0">
              <a:buNone/>
            </a:pPr>
            <a:r>
              <a:t>• Protects against OWASP Top 10 </a:t>
            </a:r>
            <a:r>
              <a:rPr lang="en-US"/>
              <a:t>	</a:t>
            </a:r>
            <a:r>
              <a:t>vulnerabilities.</a:t>
            </a:r>
          </a:p>
          <a:p>
            <a:pPr marL="0" indent="0">
              <a:buNone/>
            </a:pPr>
            <a:r>
              <a:t>• Fully managed – scales automatically.</a:t>
            </a:r>
          </a:p>
          <a:p>
            <a:pPr marL="0" indent="0">
              <a:buNone/>
            </a:pPr>
            <a:r>
              <a:t>• Real-time visibility with CloudWatch </a:t>
            </a:r>
            <a:r>
              <a:rPr lang="en-US"/>
              <a:t>	</a:t>
            </a:r>
            <a:r>
              <a:t>metrics.</a:t>
            </a:r>
          </a:p>
          <a:p>
            <a:pPr marL="0" indent="0">
              <a:buNone/>
            </a:pPr>
            <a:r>
              <a:t>• Supports rate-based rules to block DDoS </a:t>
            </a:r>
            <a:r>
              <a:rPr lang="en-US"/>
              <a:t>	</a:t>
            </a:r>
            <a:r>
              <a:t>attacks.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AWS WAF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1. Define web ACLs (Access Control Lists).</a:t>
            </a:r>
          </a:p>
          <a:p>
            <a:pPr marL="0" indent="0">
              <a:buNone/>
            </a:pPr>
            <a:r>
              <a:t>2. Configure rules (IP sets, string match, </a:t>
            </a:r>
            <a:r>
              <a:rPr lang="en-US"/>
              <a:t>	</a:t>
            </a:r>
            <a:r>
              <a:t>regex, geo-location).</a:t>
            </a:r>
          </a:p>
          <a:p>
            <a:pPr marL="0" indent="0">
              <a:buNone/>
            </a:pPr>
            <a:r>
              <a:t>3. Attach web ACLs to CloudFront, API </a:t>
            </a:r>
            <a:r>
              <a:rPr lang="en-US"/>
              <a:t>	</a:t>
            </a:r>
            <a:r>
              <a:t>Gateway, </a:t>
            </a:r>
            <a:r>
              <a:rPr lang="en-US"/>
              <a:t>	</a:t>
            </a:r>
            <a:r>
              <a:t>or ALB.</a:t>
            </a:r>
          </a:p>
          <a:p>
            <a:pPr marL="0" indent="0">
              <a:buNone/>
            </a:pPr>
            <a:r>
              <a:t>4. WAF inspects traffic and applies rules </a:t>
            </a:r>
            <a:r>
              <a:rPr lang="en-US"/>
              <a:t>	</a:t>
            </a:r>
            <a:r>
              <a:t>before reaching the application.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• Protecting APIs from malicious requests.</a:t>
            </a:r>
          </a:p>
          <a:p>
            <a:pPr marL="0" indent="0">
              <a:buNone/>
            </a:pPr>
            <a:r>
              <a:t>• Mitigating bots and automated attacks.</a:t>
            </a:r>
          </a:p>
          <a:p>
            <a:pPr marL="0" indent="0">
              <a:buNone/>
            </a:pPr>
            <a:r>
              <a:t>• Preventing data exfiltration.</a:t>
            </a:r>
          </a:p>
          <a:p>
            <a:pPr marL="0" indent="0">
              <a:buNone/>
            </a:pPr>
            <a:r>
              <a:t>• Blocking traffic from specific countries.</a:t>
            </a:r>
          </a:p>
          <a:p>
            <a:pPr marL="0" indent="0">
              <a:buNone/>
            </a:pPr>
            <a:r>
              <a:t>• Preventing OWASP Top 10 vulnerabilities.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Integration with AWS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• Amazon CloudFront → Protect global CDN </a:t>
            </a:r>
            <a:r>
              <a:rPr lang="en-US"/>
              <a:t>	</a:t>
            </a:r>
            <a:r>
              <a:t>traffic.</a:t>
            </a:r>
          </a:p>
          <a:p>
            <a:pPr marL="0" indent="0">
              <a:buNone/>
            </a:pPr>
            <a:r>
              <a:t>• Application Load Balancer → Secure web apps.</a:t>
            </a:r>
          </a:p>
          <a:p>
            <a:pPr marL="0" indent="0">
              <a:buNone/>
            </a:pPr>
            <a:r>
              <a:t>• API Gateway → Protect APIs.</a:t>
            </a:r>
          </a:p>
          <a:p>
            <a:pPr marL="0" indent="0">
              <a:buNone/>
            </a:pPr>
            <a:r>
              <a:t>• AWS Shield → Combine for advanced DDoS </a:t>
            </a:r>
            <a:r>
              <a:rPr lang="en-US"/>
              <a:t>	</a:t>
            </a:r>
            <a:r>
              <a:t>protection.</a:t>
            </a:r>
          </a:p>
          <a:p>
            <a:pPr marL="0" indent="0">
              <a:buNone/>
            </a:pPr>
            <a:r>
              <a:t>• AWS CloudWatch → Monitoring &amp; logging.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AWS WAF Pricing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t>• Pay-as-you-go model.</a:t>
            </a:r>
          </a:p>
          <a:p>
            <a:pPr marL="0" indent="0">
              <a:buNone/>
            </a:pPr>
            <a:r>
              <a:t>• Charges based on number of web ACLs, rules, </a:t>
            </a:r>
            <a:r>
              <a:rPr lang="en-US"/>
              <a:t>	</a:t>
            </a:r>
            <a:r>
              <a:t>and requests.</a:t>
            </a:r>
          </a:p>
          <a:p>
            <a:pPr marL="0" indent="0">
              <a:buNone/>
            </a:pPr>
            <a:r>
              <a:t>• Example pricing (approx.):</a:t>
            </a:r>
          </a:p>
          <a:p>
            <a:pPr marL="0" indent="0">
              <a:buNone/>
            </a:pPr>
            <a:r>
              <a:t>   - $5 per web ACL per month.</a:t>
            </a:r>
          </a:p>
          <a:p>
            <a:pPr marL="0" indent="0">
              <a:buNone/>
            </a:pPr>
            <a:r>
              <a:t>   - $1 per rule per month.</a:t>
            </a:r>
          </a:p>
          <a:p>
            <a:pPr marL="0" indent="0">
              <a:buNone/>
            </a:pPr>
            <a:r>
              <a:t>   - $0.60 per million requests.</a:t>
            </a:r>
          </a:p>
          <a:p>
            <a:pPr marL="0" indent="0">
              <a:buNone/>
            </a:pPr>
            <a:r>
              <a:t>• Free tier available for first 12 months.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• Regularly update WAF rules.</a:t>
            </a:r>
          </a:p>
          <a:p>
            <a:pPr marL="0" indent="0">
              <a:buNone/>
            </a:pPr>
            <a:r>
              <a:t>• Use AWS Managed Rules for quick protection.</a:t>
            </a:r>
          </a:p>
          <a:p>
            <a:pPr marL="0" indent="0">
              <a:buNone/>
            </a:pPr>
            <a:r>
              <a:t>• Monitor CloudWatch metrics for suspicious </a:t>
            </a:r>
            <a:r>
              <a:rPr lang="en-US"/>
              <a:t>	</a:t>
            </a:r>
            <a:r>
              <a:t>patterns.</a:t>
            </a:r>
          </a:p>
          <a:p>
            <a:pPr marL="0" indent="0">
              <a:buNone/>
            </a:pPr>
            <a:r>
              <a:t>• Combine with AWS Shield for advanced </a:t>
            </a:r>
            <a:r>
              <a:rPr lang="en-US"/>
              <a:t>	</a:t>
            </a:r>
            <a:r>
              <a:t>protection.</a:t>
            </a:r>
          </a:p>
          <a:p>
            <a:pPr marL="0" indent="0">
              <a:buNone/>
            </a:pPr>
            <a:r>
              <a:t>• AWS WAF provides scalable, cost-effective web </a:t>
            </a:r>
            <a:r>
              <a:rPr lang="en-US"/>
              <a:t>	</a:t>
            </a:r>
            <a:r>
              <a:t>security.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0</TotalTime>
  <Words>383</Words>
  <Application>Microsoft Office PowerPoint</Application>
  <PresentationFormat>On-screen Show (4:3)</PresentationFormat>
  <Paragraphs>43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Century Gothic</vt:lpstr>
      <vt:lpstr>Wingdings 3</vt:lpstr>
      <vt:lpstr>Ion Boardroom</vt:lpstr>
      <vt:lpstr>AWS WAF (Web Application Firewall)</vt:lpstr>
      <vt:lpstr>Introduction to AWS WAF</vt:lpstr>
      <vt:lpstr>Key Features &amp; Benefits</vt:lpstr>
      <vt:lpstr>How AWS WAF Works</vt:lpstr>
      <vt:lpstr>Common Use Cases</vt:lpstr>
      <vt:lpstr>Integration with AWS Services</vt:lpstr>
      <vt:lpstr>AWS WAF Pricing Overview</vt:lpstr>
      <vt:lpstr>Best Practices &amp; 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Mohammed Amaan Ahmed</dc:creator>
  <dc:description>generated using python-pptx</dc:description>
  <cp:lastModifiedBy>Mohammed Amaan Ahmed</cp:lastModifiedBy>
  <cp:revision>4</cp:revision>
  <dcterms:created xsi:type="dcterms:W3CDTF">2013-01-27T09:14:00Z</dcterms:created>
  <dcterms:modified xsi:type="dcterms:W3CDTF">2025-10-07T20:14:52Z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CEF1FD6B5C93441B93A276149A7FC4F8_13</vt:lpwstr>
  </property>
  <property fmtid="{D5CDD505-2E9C-101B-9397-08002B2CF9AE}" pid="3" name="KSOProductBuildVer">
    <vt:lpwstr>1033-12.2.0.21931</vt:lpwstr>
  </property>
</Properties>
</file>