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9822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1026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45717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7977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154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471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304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1614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9403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895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962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3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API Gateway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with Real-Time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400" b="1"/>
              <a:t>Fully managed service by AWS</a:t>
            </a:r>
          </a:p>
          <a:p>
            <a:endParaRPr sz="2400" b="1"/>
          </a:p>
          <a:p>
            <a:r>
              <a:rPr sz="2400" b="1"/>
              <a:t>Helps create, publish, maintain, monitor, and secure APIs</a:t>
            </a:r>
          </a:p>
          <a:p>
            <a:endParaRPr sz="2400" b="1"/>
          </a:p>
          <a:p>
            <a:r>
              <a:rPr sz="2400" b="1"/>
              <a:t>Acts as a 'front door' for applications to access data, business logic, or functionality</a:t>
            </a:r>
          </a:p>
          <a:p>
            <a:endParaRPr sz="2400" b="1"/>
          </a:p>
          <a:p>
            <a:r>
              <a:rPr sz="2400" b="1"/>
              <a:t>Supports REST, HTTP, and WebSocket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sz="2400" b="1"/>
              <a:t>• </a:t>
            </a:r>
            <a:r>
              <a:rPr lang="en-US" sz="2400" b="1"/>
              <a:t> </a:t>
            </a:r>
            <a:r>
              <a:rPr sz="2400" b="1"/>
              <a:t>Handles request routing, security, and throttling</a:t>
            </a:r>
          </a:p>
          <a:p>
            <a:endParaRPr sz="2400" b="1"/>
          </a:p>
          <a:p>
            <a:r>
              <a:rPr sz="2400" b="1"/>
              <a:t>Authorization and authentication (IAM, Cognito, Lambda Authorizers)</a:t>
            </a:r>
          </a:p>
          <a:p>
            <a:endParaRPr sz="2400" b="1"/>
          </a:p>
          <a:p>
            <a:r>
              <a:rPr sz="2400" b="1"/>
              <a:t>Transforms requests and responses</a:t>
            </a:r>
          </a:p>
          <a:p>
            <a:endParaRPr sz="2400" b="1"/>
          </a:p>
          <a:p>
            <a:r>
              <a:rPr sz="2400" b="1"/>
              <a:t>Monitoring with CloudWatch</a:t>
            </a:r>
          </a:p>
          <a:p>
            <a:endParaRPr sz="2400" b="1"/>
          </a:p>
          <a:p>
            <a:r>
              <a:rPr sz="2400" b="1"/>
              <a:t>Caching to improve performance</a:t>
            </a:r>
          </a:p>
          <a:p>
            <a:endParaRPr sz="2400" b="1"/>
          </a:p>
          <a:p>
            <a:r>
              <a:rPr sz="2400" b="1"/>
              <a:t>Scales automatically with traffic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2400" b="1"/>
              <a:t>Example: E-commerce Application</a:t>
            </a:r>
          </a:p>
          <a:p>
            <a:endParaRPr sz="2400" b="1"/>
          </a:p>
          <a:p>
            <a:r>
              <a:rPr sz="2400" b="1"/>
              <a:t>API Gateway exposes endpoints for Product Catalog, Orders, and Payments</a:t>
            </a:r>
          </a:p>
          <a:p>
            <a:endParaRPr sz="2400" b="1"/>
          </a:p>
          <a:p>
            <a:r>
              <a:rPr sz="2400" b="1"/>
              <a:t>Frontend (Web/Mobile) communicates securely via API Gateway</a:t>
            </a:r>
          </a:p>
          <a:p>
            <a:endParaRPr sz="2400" b="1"/>
          </a:p>
          <a:p>
            <a:r>
              <a:rPr sz="2400" b="1"/>
              <a:t>API Gateway routes requests to AWS Lambda or EC2 backend</a:t>
            </a:r>
          </a:p>
          <a:p>
            <a:endParaRPr sz="2400" b="1"/>
          </a:p>
          <a:p>
            <a:r>
              <a:rPr sz="2400" b="1"/>
              <a:t>Ensures scalability, security, and monitoring</a:t>
            </a:r>
          </a:p>
          <a:p>
            <a:endParaRPr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400" b="1"/>
              <a:t>AWS Lambda - serverless backend</a:t>
            </a:r>
          </a:p>
          <a:p>
            <a:endParaRPr sz="2400" b="1"/>
          </a:p>
          <a:p>
            <a:r>
              <a:rPr sz="2400" b="1"/>
              <a:t>EC2 / ECS / EKS - container or VM-based apps</a:t>
            </a:r>
          </a:p>
          <a:p>
            <a:endParaRPr sz="2400" b="1"/>
          </a:p>
          <a:p>
            <a:r>
              <a:rPr sz="2400" b="1"/>
              <a:t>Other AWS services - DynamoDB, S3, Step Functions</a:t>
            </a:r>
          </a:p>
          <a:p>
            <a:endParaRPr sz="2400" b="1"/>
          </a:p>
          <a:p>
            <a:r>
              <a:rPr sz="2400" b="1"/>
              <a:t>Any HTTP endpoint</a:t>
            </a:r>
          </a:p>
          <a:p>
            <a:endParaRPr sz="2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sz="2400" b="1"/>
          </a:p>
          <a:p>
            <a:r>
              <a:rPr sz="2400" b="1"/>
              <a:t>Client → API Gateway → Integration (Lambda/EC2/DynamoDB) → Response</a:t>
            </a:r>
          </a:p>
          <a:p>
            <a:endParaRPr sz="2400" b="1"/>
          </a:p>
          <a:p>
            <a:endParaRPr sz="2400" b="1"/>
          </a:p>
          <a:p>
            <a:r>
              <a:rPr sz="2400" b="1"/>
              <a:t>(Diagram can be added here in real-time presentation)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sz="2400" b="1"/>
              <a:t>Easy API creation and deployment</a:t>
            </a:r>
          </a:p>
          <a:p>
            <a:endParaRPr sz="2400" b="1"/>
          </a:p>
          <a:p>
            <a:r>
              <a:rPr sz="2400" b="1"/>
              <a:t>Security with throttling, authentication, and authorization</a:t>
            </a:r>
          </a:p>
          <a:p>
            <a:endParaRPr sz="2400" b="1"/>
          </a:p>
          <a:p>
            <a:r>
              <a:rPr sz="2400" b="1"/>
              <a:t>Cost-effective - pay only for API calls</a:t>
            </a:r>
          </a:p>
          <a:p>
            <a:endParaRPr sz="2400" b="1"/>
          </a:p>
          <a:p>
            <a:r>
              <a:rPr sz="2400" b="1"/>
              <a:t>Scalable and reliable</a:t>
            </a:r>
          </a:p>
          <a:p>
            <a:endParaRPr sz="2400" b="1"/>
          </a:p>
          <a:p>
            <a:r>
              <a:rPr sz="2400" b="1"/>
              <a:t>Monitoring and logging built-in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API METHODS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0340" y="1661795"/>
          <a:ext cx="8722360" cy="4294505"/>
        </p:xfrm>
        <a:graphic>
          <a:graphicData uri="http://schemas.openxmlformats.org/drawingml/2006/table">
            <a:tbl>
              <a:tblPr/>
              <a:tblGrid>
                <a:gridCol w="436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Method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4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Description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GET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Retrieves data (read-only)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POST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Submits data to create resources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378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PUT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Updates or creates a resource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DELETE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Removes a resource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PATCH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800" b="1" i="0">
                          <a:solidFill>
                            <a:srgbClr val="575757"/>
                          </a:solidFill>
                          <a:latin typeface="+mj-lt"/>
                          <a:ea typeface="Metropolis"/>
                          <a:cs typeface="+mj-lt"/>
                        </a:rPr>
                        <a:t>Applies partial updates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EDE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400" b="1"/>
              <a:t>AWS API Gateway is a powerful tool for building secure and scalable APIs.</a:t>
            </a:r>
          </a:p>
          <a:p>
            <a:endParaRPr sz="2400" b="1"/>
          </a:p>
          <a:p>
            <a:r>
              <a:rPr sz="2400" b="1"/>
              <a:t>Works seamlessly with Lambda, EC2, and other AWS services.</a:t>
            </a:r>
          </a:p>
          <a:p>
            <a:endParaRPr sz="2400" b="1"/>
          </a:p>
          <a:p>
            <a:r>
              <a:rPr sz="2400" b="1"/>
              <a:t>Essential for microservices, serverless applications, and mobile backends.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6*338"/>
  <p:tag name="TABLE_ENDDRAG_RECT" val="14*130*686*338"/>
</p:tagLst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296</Words>
  <Application>Microsoft Office PowerPoint</Application>
  <PresentationFormat>On-screen Show (4:3)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Gill Sans MT</vt:lpstr>
      <vt:lpstr>Gallery</vt:lpstr>
      <vt:lpstr>AWS API Gateway</vt:lpstr>
      <vt:lpstr>Introduction to API Gateway</vt:lpstr>
      <vt:lpstr>Key Features</vt:lpstr>
      <vt:lpstr>Real-Time Use Case</vt:lpstr>
      <vt:lpstr>Integration Options</vt:lpstr>
      <vt:lpstr>API Gateway Workflow</vt:lpstr>
      <vt:lpstr>Benefits of API Gateway</vt:lpstr>
      <vt:lpstr>API METHODS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Amaan Ahmed</dc:creator>
  <dc:description>generated using python-pptx</dc:description>
  <cp:lastModifiedBy>Mohammed Amaan Ahmed</cp:lastModifiedBy>
  <cp:revision>4</cp:revision>
  <dcterms:created xsi:type="dcterms:W3CDTF">2013-01-27T09:14:00Z</dcterms:created>
  <dcterms:modified xsi:type="dcterms:W3CDTF">2025-10-07T20:06:19Z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14DDA461547B4541B2805B21520BB35A_13</vt:lpwstr>
  </property>
  <property fmtid="{D5CDD505-2E9C-101B-9397-08002B2CF9AE}" pid="3" name="KSOProductBuildVer">
    <vt:lpwstr>1033-12.2.0.21931</vt:lpwstr>
  </property>
</Properties>
</file>