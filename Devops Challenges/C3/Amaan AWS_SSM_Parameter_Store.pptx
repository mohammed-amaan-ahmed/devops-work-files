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347" y="1122363"/>
            <a:ext cx="7773308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347" y="3602038"/>
            <a:ext cx="7773308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104584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3452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933" y="657227"/>
            <a:ext cx="7300134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933" y="3602039"/>
            <a:ext cx="7300134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06146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6" y="2088320"/>
            <a:ext cx="3829503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0052" y="2088320"/>
            <a:ext cx="3820616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2160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5427" y="2088320"/>
            <a:ext cx="3600326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346" y="2912232"/>
            <a:ext cx="3830406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9230" y="2088320"/>
            <a:ext cx="3591437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912232"/>
            <a:ext cx="382151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63652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26819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16278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2949178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8548" y="609600"/>
            <a:ext cx="4642119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7921" y="2971801"/>
            <a:ext cx="2949178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4261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921" y="609600"/>
            <a:ext cx="416760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49932" y="758881"/>
            <a:ext cx="2966938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971800"/>
            <a:ext cx="4171242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754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4289373"/>
            <a:ext cx="7775673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355" y="621322"/>
            <a:ext cx="7775673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74499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41682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4204820"/>
            <a:ext cx="776532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5956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5" y="4204821"/>
            <a:ext cx="776532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505245" y="641749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46721" y="3073376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94406702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5" y="2126943"/>
            <a:ext cx="7766495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650556"/>
            <a:ext cx="776532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285246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5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88320"/>
            <a:ext cx="2474217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911624"/>
            <a:ext cx="2474217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3658" y="2088320"/>
            <a:ext cx="2473919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3659" y="2911624"/>
            <a:ext cx="247486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088320"/>
            <a:ext cx="246840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82260" y="2911624"/>
            <a:ext cx="2468408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39934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1"/>
            <a:ext cx="776532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7" y="3989147"/>
            <a:ext cx="247421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19015" y="2092235"/>
            <a:ext cx="2205038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7" y="4565409"/>
            <a:ext cx="2474216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26" y="3989147"/>
            <a:ext cx="247423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26747" y="2092235"/>
            <a:ext cx="2197894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565408"/>
            <a:ext cx="2475252" cy="122579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80067" y="3989147"/>
            <a:ext cx="246742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14603" y="2092235"/>
            <a:ext cx="219908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973" y="4565410"/>
            <a:ext cx="2470694" cy="122579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6432340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56407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0"/>
            <a:ext cx="1906993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6" y="609600"/>
            <a:ext cx="5744029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285311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7" y="609601"/>
            <a:ext cx="776532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2096064"/>
            <a:ext cx="776532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6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660082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5219" y="2117725"/>
            <a:ext cx="6908800" cy="1082675"/>
          </a:xfrm>
        </p:spPr>
        <p:txBody>
          <a:bodyPr>
            <a:normAutofit fontScale="90000"/>
          </a:bodyPr>
          <a:lstStyle/>
          <a:p>
            <a:r>
              <a:rPr dirty="0"/>
              <a:t>AWS Systems Manager Parameter Store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5219" y="3429000"/>
            <a:ext cx="6913562" cy="1752600"/>
          </a:xfrm>
        </p:spPr>
        <p:txBody>
          <a:bodyPr/>
          <a:lstStyle/>
          <a:p>
            <a:r>
              <a:t>Secure, Centralized, and Scalable Configuration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08940"/>
            <a:ext cx="8229600" cy="582613"/>
          </a:xfrm>
        </p:spPr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2450" y="1441450"/>
            <a:ext cx="8229600" cy="4953000"/>
          </a:xfrm>
        </p:spPr>
        <p:txBody>
          <a:bodyPr/>
          <a:lstStyle/>
          <a:p>
            <a:pPr marL="0" indent="0">
              <a:buNone/>
            </a:pPr>
            <a:r>
              <a:t>• Fully managed service for storing configuration data and secrets</a:t>
            </a:r>
          </a:p>
          <a:p>
            <a:pPr marL="0" indent="0">
              <a:buNone/>
            </a:pPr>
            <a:r>
              <a:t>• Supports plaintext and encrypted values</a:t>
            </a:r>
          </a:p>
          <a:p>
            <a:pPr marL="0" indent="0">
              <a:buNone/>
            </a:pPr>
            <a:r>
              <a:t>• Provides centralized management with IAM access control</a:t>
            </a:r>
          </a:p>
          <a:p>
            <a:pPr marL="0" indent="0">
              <a:buNone/>
            </a:pPr>
            <a:r>
              <a:t>• Integrated with AWS services like EC2, Lambda, and ECS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23240"/>
            <a:ext cx="8229600" cy="582613"/>
          </a:xfrm>
        </p:spPr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59890"/>
            <a:ext cx="8229600" cy="4953000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Secure storage with AWS KMS encryption</a:t>
            </a:r>
          </a:p>
          <a:p>
            <a:pPr marL="0" indent="0">
              <a:buNone/>
            </a:pPr>
            <a:r>
              <a:rPr dirty="0"/>
              <a:t>• Hierarchical storage for better organization </a:t>
            </a:r>
            <a:r>
              <a:rPr lang="en-US" dirty="0"/>
              <a:t>  </a:t>
            </a:r>
            <a:r>
              <a:rPr dirty="0"/>
              <a:t>(/app/dev/</a:t>
            </a:r>
            <a:r>
              <a:rPr dirty="0" err="1"/>
              <a:t>db</a:t>
            </a:r>
            <a:r>
              <a:rPr dirty="0"/>
              <a:t>-password)</a:t>
            </a:r>
          </a:p>
          <a:p>
            <a:pPr marL="0" indent="0">
              <a:buNone/>
            </a:pPr>
            <a:r>
              <a:rPr dirty="0"/>
              <a:t>• Version tracking for parameters</a:t>
            </a:r>
          </a:p>
          <a:p>
            <a:pPr marL="0" indent="0">
              <a:buNone/>
            </a:pPr>
            <a:r>
              <a:rPr dirty="0"/>
              <a:t>• Integration with Secrets Manager for secret rotation</a:t>
            </a:r>
          </a:p>
          <a:p>
            <a:pPr marL="0" indent="0">
              <a:buNone/>
            </a:pPr>
            <a:r>
              <a:rPr dirty="0"/>
              <a:t>• Audit logging via CloudTrail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2765"/>
            <a:ext cx="8229600" cy="582613"/>
          </a:xfrm>
        </p:spPr>
        <p:txBody>
          <a:bodyPr/>
          <a:lstStyle/>
          <a:p>
            <a:r>
              <a:t>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953000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Store database connection strings and API keys</a:t>
            </a:r>
          </a:p>
          <a:p>
            <a:pPr marL="0" indent="0">
              <a:buNone/>
            </a:pPr>
            <a:r>
              <a:rPr dirty="0"/>
              <a:t>• Manage application configuration across environments</a:t>
            </a:r>
          </a:p>
          <a:p>
            <a:pPr marL="0" indent="0">
              <a:buNone/>
            </a:pPr>
            <a:r>
              <a:rPr dirty="0"/>
              <a:t>• Securely inject parameters into Lambda functions</a:t>
            </a:r>
          </a:p>
          <a:p>
            <a:pPr marL="0" indent="0">
              <a:buNone/>
            </a:pPr>
            <a:r>
              <a:rPr dirty="0"/>
              <a:t>• Centralized management of credentials for automation scripts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3875" y="427990"/>
            <a:ext cx="8229600" cy="582613"/>
          </a:xfrm>
        </p:spPr>
        <p:txBody>
          <a:bodyPr/>
          <a:lstStyle/>
          <a:p>
            <a:r>
              <a:t>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875" y="1678940"/>
            <a:ext cx="8229600" cy="4953000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• Improved security with encrypted storage</a:t>
            </a:r>
          </a:p>
          <a:p>
            <a:pPr marL="0" indent="0">
              <a:buNone/>
            </a:pPr>
            <a:r>
              <a:rPr dirty="0"/>
              <a:t>• Simplified configuration management</a:t>
            </a:r>
          </a:p>
          <a:p>
            <a:pPr marL="0" indent="0">
              <a:buNone/>
            </a:pPr>
            <a:r>
              <a:rPr dirty="0"/>
              <a:t>• Easy integration with AWS services</a:t>
            </a:r>
          </a:p>
          <a:p>
            <a:pPr marL="0" indent="0">
              <a:buNone/>
            </a:pPr>
            <a:r>
              <a:rPr dirty="0"/>
              <a:t>• Reduces hardcoding of sensitive data in applications</a:t>
            </a:r>
          </a:p>
          <a:p>
            <a:pPr marL="0" indent="0">
              <a:buNone/>
            </a:pPr>
            <a:r>
              <a:rPr dirty="0"/>
              <a:t>• Centralized control with IAM policies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1</TotalTime>
  <Words>152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Bookman Old Style</vt:lpstr>
      <vt:lpstr>Rockwell</vt:lpstr>
      <vt:lpstr>Damask</vt:lpstr>
      <vt:lpstr>AWS Systems Manager Parameter Store</vt:lpstr>
      <vt:lpstr>Overview</vt:lpstr>
      <vt:lpstr>Key Features</vt:lpstr>
      <vt:lpstr>Use Cases</vt:lpstr>
      <vt:lpstr>Benefits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Mohammed Amaan Ahmed</dc:creator>
  <dc:description>generated using python-pptx</dc:description>
  <cp:lastModifiedBy>Mohammed Amaan Ahmed</cp:lastModifiedBy>
  <cp:revision>4</cp:revision>
  <dcterms:created xsi:type="dcterms:W3CDTF">2013-01-27T09:14:00Z</dcterms:created>
  <dcterms:modified xsi:type="dcterms:W3CDTF">2025-10-07T20:13:49Z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CE4BEFA89FA5461A918E7E6425873016_13</vt:lpwstr>
  </property>
  <property fmtid="{D5CDD505-2E9C-101B-9397-08002B2CF9AE}" pid="3" name="KSOProductBuildVer">
    <vt:lpwstr>1033-12.2.0.21931</vt:lpwstr>
  </property>
</Properties>
</file>