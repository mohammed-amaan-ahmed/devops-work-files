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611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317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17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42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730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007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420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074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79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43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141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802065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60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4457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135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260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4452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89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SQS &amp; Amazon MQ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Messaging &amp; Queueing Services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Ensures reliable communication between distributed components</a:t>
            </a:r>
          </a:p>
          <a:p>
            <a:pPr marL="0" indent="0">
              <a:buNone/>
            </a:pPr>
            <a:r>
              <a:t>• Decouples producers &amp; consumers</a:t>
            </a:r>
          </a:p>
          <a:p>
            <a:pPr marL="0" indent="0">
              <a:buNone/>
            </a:pPr>
            <a:r>
              <a:t>• Supports scalability, fault tolerance, async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SQS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Fully managed message queuing service</a:t>
            </a:r>
          </a:p>
          <a:p>
            <a:pPr marL="0" indent="0">
              <a:buNone/>
            </a:pPr>
            <a:r>
              <a:t>• Two types:</a:t>
            </a:r>
          </a:p>
          <a:p>
            <a:pPr marL="0" indent="0">
              <a:buNone/>
            </a:pPr>
            <a:r>
              <a:t>   - Standard Queue → unlimited throughput, at-</a:t>
            </a:r>
            <a:r>
              <a:rPr lang="en-US"/>
              <a:t>	</a:t>
            </a:r>
            <a:r>
              <a:t>least-once delivery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t>  - FIFO Queue → ordered, exactly-once </a:t>
            </a:r>
            <a:r>
              <a:rPr lang="en-US"/>
              <a:t>	</a:t>
            </a:r>
            <a:r>
              <a:t>processing</a:t>
            </a:r>
          </a:p>
          <a:p>
            <a:pPr marL="0" indent="0">
              <a:buNone/>
            </a:pPr>
            <a:r>
              <a:t>• Scales automatically</a:t>
            </a:r>
          </a:p>
          <a:p>
            <a:pPr marL="0" indent="0">
              <a:buNone/>
            </a:pPr>
            <a:r>
              <a:t>• Pay-per-use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Microservices decoupling</a:t>
            </a:r>
          </a:p>
          <a:p>
            <a:pPr marL="0" indent="0">
              <a:buNone/>
            </a:pPr>
            <a:r>
              <a:t>• Order processing</a:t>
            </a:r>
          </a:p>
          <a:p>
            <a:pPr marL="0" indent="0">
              <a:buNone/>
            </a:pPr>
            <a:r>
              <a:t>• Event-driven applications</a:t>
            </a:r>
          </a:p>
          <a:p>
            <a:pPr marL="0" indent="0">
              <a:buNone/>
            </a:pPr>
            <a:r>
              <a:t>• Buffer for traffic spikes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MQ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Managed message broker service (Apache ActiveMQ, RabbitMQ)</a:t>
            </a:r>
          </a:p>
          <a:p>
            <a:r>
              <a:t>• Supports standard messaging protocols: JMS, AMQP, MQTT, STOMP</a:t>
            </a:r>
          </a:p>
          <a:p>
            <a:r>
              <a:t>• Better suited for legacy applications</a:t>
            </a:r>
          </a:p>
          <a:p>
            <a:r>
              <a:t>• Provides queues &amp; topics (pub/sub)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MQ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Application migration (on-prem → cloud)</a:t>
            </a:r>
          </a:p>
          <a:p>
            <a:r>
              <a:t>• Integration with enterprise apps (JMS)</a:t>
            </a:r>
          </a:p>
          <a:p>
            <a:r>
              <a:t>• Pub/Sub event systems</a:t>
            </a:r>
          </a:p>
          <a:p>
            <a:r>
              <a:t>• Hybrid architectures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SQS vs Amazon MQ (Comparison)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47904"/>
              </p:ext>
            </p:extLst>
          </p:nvPr>
        </p:nvGraphicFramePr>
        <p:xfrm>
          <a:off x="457200" y="2325329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Amazon MQ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Queue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broker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AWS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JMS, AMQP, MQTT, STOMP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Fully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Managed but more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Cloud-native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Legacy app 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Auto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Limited (broker-based)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SQS → simple, scalable, cloud-native queueing</a:t>
            </a:r>
          </a:p>
          <a:p>
            <a:pPr marL="0" indent="0">
              <a:buNone/>
            </a:pPr>
            <a:r>
              <a:t>• Amazon MQ → enterprise &amp; legacy integration</a:t>
            </a:r>
          </a:p>
          <a:p>
            <a:pPr marL="0" indent="0">
              <a:buNone/>
            </a:pPr>
            <a:r>
              <a:t>• Choose based on application needs &amp; architecture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238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AWS SQS &amp; Amazon MQ</vt:lpstr>
      <vt:lpstr>Messaging in Cloud</vt:lpstr>
      <vt:lpstr>AWS SQS Overview</vt:lpstr>
      <vt:lpstr>SQS Use Cases</vt:lpstr>
      <vt:lpstr>Amazon MQ Overview</vt:lpstr>
      <vt:lpstr>Amazon MQ Use Cases</vt:lpstr>
      <vt:lpstr>SQS vs Amazon MQ (Comparison)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4</cp:revision>
  <dcterms:created xsi:type="dcterms:W3CDTF">2013-01-27T09:14:00Z</dcterms:created>
  <dcterms:modified xsi:type="dcterms:W3CDTF">2025-10-07T20:11:19Z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19AB90B831F2408ABAE46759A989AF48_12</vt:lpwstr>
  </property>
  <property fmtid="{D5CDD505-2E9C-101B-9397-08002B2CF9AE}" pid="3" name="KSOProductBuildVer">
    <vt:lpwstr>1033-12.2.0.21931</vt:lpwstr>
  </property>
</Properties>
</file>