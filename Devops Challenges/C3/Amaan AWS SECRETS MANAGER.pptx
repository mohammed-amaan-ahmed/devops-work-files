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09301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193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423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647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862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286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920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70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488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7634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590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342716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6562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827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05727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3417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1678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3A1C593-65D0-4073-BCC9-577B9352EA9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42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67" y="749300"/>
            <a:ext cx="10943167" cy="1082675"/>
          </a:xfrm>
        </p:spPr>
        <p:txBody>
          <a:bodyPr/>
          <a:lstStyle/>
          <a:p>
            <a:r>
              <a:rPr lang="en-US" dirty="0"/>
              <a:t>AWS Secrets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533" y="1831975"/>
            <a:ext cx="10949517" cy="1752600"/>
          </a:xfrm>
        </p:spPr>
        <p:txBody>
          <a:bodyPr/>
          <a:lstStyle/>
          <a:p>
            <a:pPr algn="l"/>
            <a:r>
              <a:rPr lang="en-US" altLang="en-US" sz="2400"/>
              <a:t>AWS Secrets Manager is designed to help users securely store, rotate, and manage sensitive data such as database credentials, API keys, and other secrets.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0540"/>
            <a:ext cx="10972800" cy="2214245"/>
          </a:xfrm>
        </p:spPr>
        <p:txBody>
          <a:bodyPr/>
          <a:lstStyle/>
          <a:p>
            <a:r>
              <a:rPr lang="en-US" altLang="en-US" sz="2400" b="1"/>
              <a:t>Overview</a:t>
            </a:r>
            <a:br>
              <a:rPr lang="en-US" altLang="en-US" sz="2400" b="1"/>
            </a:br>
            <a:br>
              <a:rPr lang="en-US" altLang="en-US" sz="2400" b="1"/>
            </a:br>
            <a:r>
              <a:rPr lang="en-US" altLang="en-US" sz="2400" b="1"/>
              <a:t>AWS Secrets Manager enables customers to rotate, manage, and retrieve database credentials, API keys, and other secrets throughout their lifecycle.</a:t>
            </a:r>
            <a:br>
              <a:rPr lang="en-US" altLang="en-US" sz="2400" b="1"/>
            </a:br>
            <a:endParaRPr lang="en-US" altLang="en-US" sz="24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724785"/>
            <a:ext cx="10972800" cy="3402965"/>
          </a:xfrm>
        </p:spPr>
        <p:txBody>
          <a:bodyPr/>
          <a:lstStyle/>
          <a:p>
            <a:r>
              <a:rPr lang="en-US" altLang="en-US" sz="2400" b="1"/>
              <a:t>IT Admins: store and manage access to secrets securely and at scale </a:t>
            </a:r>
          </a:p>
          <a:p>
            <a:pPr marL="0" indent="0">
              <a:buNone/>
            </a:pPr>
            <a:endParaRPr lang="en-US" altLang="en-US" sz="2400" b="1"/>
          </a:p>
          <a:p>
            <a:r>
              <a:rPr lang="en-US" altLang="en-US" sz="2400" b="1"/>
              <a:t>Security Admins: audit and monitor the use of secrets, and rotate secrets without a risk of breaking applications</a:t>
            </a:r>
          </a:p>
          <a:p>
            <a:endParaRPr lang="en-US" altLang="en-US" sz="2400" b="1"/>
          </a:p>
          <a:p>
            <a:r>
              <a:rPr lang="en-US" altLang="en-US" sz="2400" b="1"/>
              <a:t>Developers: avoid dealing with secrets in their applications</a:t>
            </a:r>
          </a:p>
          <a:p>
            <a:endParaRPr lang="en-US" altLang="en-US" sz="24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Key Features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US" sz="2400" b="1" u="sng"/>
              <a:t>Rotates Secrets Safely:</a:t>
            </a:r>
          </a:p>
          <a:p>
            <a:pPr marL="0" indent="0">
              <a:buNone/>
            </a:pPr>
            <a:endParaRPr lang="en-US" altLang="en-US" sz="2000" b="1"/>
          </a:p>
          <a:p>
            <a:r>
              <a:rPr lang="en-US" altLang="en-US" sz="2000" b="1"/>
              <a:t>Built-in integrations for rotating MySQL, PostgreSQL, and Amazon Aurora on RDS</a:t>
            </a:r>
          </a:p>
          <a:p>
            <a:r>
              <a:rPr lang="en-US" altLang="en-US" sz="2000" b="1"/>
              <a:t>Extensible with Lambda</a:t>
            </a:r>
          </a:p>
          <a:p>
            <a:r>
              <a:rPr lang="en-US" altLang="en-US" sz="2000" b="1"/>
              <a:t>Use versioning so that applications don't break when secrets are rotated</a:t>
            </a:r>
          </a:p>
          <a:p>
            <a:r>
              <a:rPr lang="en-US" altLang="en-US" sz="2000" b="1"/>
              <a:t>Fine-grained access control</a:t>
            </a:r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 b="1" u="sng"/>
              <a:t>Fine Grained Access Control:</a:t>
            </a:r>
            <a:endParaRPr lang="en-US" altLang="en-US" sz="2000" b="1"/>
          </a:p>
          <a:p>
            <a:r>
              <a:rPr lang="en-US" altLang="en-US" sz="2000" b="1"/>
              <a:t>IAM policies</a:t>
            </a:r>
          </a:p>
          <a:p>
            <a:r>
              <a:rPr lang="en-US" altLang="en-US" sz="2000" b="1"/>
              <a:t>Tag-based access control and hierarchical names for scalability</a:t>
            </a:r>
          </a:p>
          <a:p>
            <a:r>
              <a:rPr lang="en-US" altLang="en-US" sz="2000" b="1"/>
              <a:t>Resource-based policies for cross-account access</a:t>
            </a:r>
          </a:p>
          <a:p>
            <a:endParaRPr lang="en-US" altLang="en-US" sz="2000" b="1"/>
          </a:p>
          <a:p>
            <a:endParaRPr lang="en-US" altLang="en-US" sz="2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Key Features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en-US" sz="2400" b="1" u="sng"/>
              <a:t>Secure, audit, and monitor:</a:t>
            </a:r>
          </a:p>
          <a:p>
            <a:pPr marL="0" indent="0">
              <a:buNone/>
            </a:pPr>
            <a:endParaRPr lang="en-US" altLang="en-US" sz="2000"/>
          </a:p>
          <a:p>
            <a:r>
              <a:rPr lang="en-US" altLang="en-US" sz="2000" b="1"/>
              <a:t>Encrypted by default using encryption keys owned by the customer</a:t>
            </a:r>
          </a:p>
          <a:p>
            <a:r>
              <a:rPr lang="en-US" altLang="en-US" sz="2000" b="1"/>
              <a:t>Integrated with CloudTrail, CloudWatch. E.g., send a SNS notification when an administrator deletes a secret</a:t>
            </a:r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400" b="1" u="sng"/>
              <a:t>Pay as you Go</a:t>
            </a:r>
          </a:p>
          <a:p>
            <a:pPr marL="0" indent="0">
              <a:buNone/>
            </a:pPr>
            <a:endParaRPr lang="en-US" altLang="en-US" sz="2400"/>
          </a:p>
          <a:p>
            <a:r>
              <a:rPr lang="en-US" altLang="en-US" sz="2000" b="1"/>
              <a:t>No annual license or up front cost</a:t>
            </a:r>
          </a:p>
          <a:p>
            <a:r>
              <a:rPr lang="en-US" altLang="en-US" sz="2000" b="1"/>
              <a:t>$0.40 per secret per month (pro-rated based on the number of hours)</a:t>
            </a:r>
          </a:p>
          <a:p>
            <a:r>
              <a:rPr lang="en-US" altLang="en-US" sz="2000" b="1"/>
              <a:t>$0.05 per 10,000 API calls</a:t>
            </a:r>
          </a:p>
          <a:p>
            <a:pPr marL="0" indent="0">
              <a:buNone/>
            </a:pPr>
            <a:endParaRPr lang="en-US" altLang="en-US" sz="2000" b="1"/>
          </a:p>
          <a:p>
            <a:endParaRPr lang="en-US" altLang="en-US" sz="20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sym typeface="+mn-ea"/>
              </a:rPr>
              <a:t>## AWS CLI commands for Secrets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altLang="en-US" sz="1800" b="1"/>
          </a:p>
          <a:p>
            <a:r>
              <a:rPr lang="en-US" altLang="en-US" sz="1800" b="1"/>
              <a:t>aws secretsmanager list-secrets</a:t>
            </a:r>
          </a:p>
          <a:p>
            <a:endParaRPr lang="en-US" altLang="en-US" sz="1800" b="1"/>
          </a:p>
          <a:p>
            <a:r>
              <a:rPr lang="en-US" altLang="en-US" sz="1800" b="1"/>
              <a:t>aws secretsmanager create-secret--name dev-db-secret --description "This is the password for the development DB" --secret-string "MySecretSecureStringXYZ"</a:t>
            </a:r>
          </a:p>
          <a:p>
            <a:endParaRPr lang="en-US" altLang="en-US" sz="1800" b="1"/>
          </a:p>
          <a:p>
            <a:r>
              <a:rPr lang="en-US" altLang="en-US" sz="1800" b="1"/>
              <a:t>aws secretsmanager get-secret-value --secret-id dev-db-secret</a:t>
            </a:r>
          </a:p>
          <a:p>
            <a:endParaRPr lang="en-US" altLang="en-US" sz="1800" b="1"/>
          </a:p>
          <a:p>
            <a:r>
              <a:rPr lang="en-US" altLang="en-US" sz="1800" b="1"/>
              <a:t>aws secretsmanager describe-secret --secret-id dev-db-secret</a:t>
            </a:r>
          </a:p>
          <a:p>
            <a:endParaRPr lang="en-US" altLang="en-US" sz="1800" b="1"/>
          </a:p>
          <a:p>
            <a:r>
              <a:rPr lang="en-US" altLang="en-US" sz="1800" b="1"/>
              <a:t>aws secretsmanager update-secret --secret-id dev-db-secret --secret-string "NewSecretStringXYZ"</a:t>
            </a:r>
          </a:p>
          <a:p>
            <a:endParaRPr lang="en-US" altLang="en-US" sz="1800" b="1"/>
          </a:p>
          <a:p>
            <a:r>
              <a:rPr lang="en-US" altLang="en-US" sz="1800" b="1"/>
              <a:t>aws secretsmanager delete-secret --secret-id dev-db-secret</a:t>
            </a:r>
          </a:p>
          <a:p>
            <a:endParaRPr lang="en-US" altLang="en-US" sz="18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Use Case - </a:t>
            </a:r>
            <a:r>
              <a:rPr lang="en-US" altLang="en-US" sz="3200" b="1">
                <a:sym typeface="+mn-ea"/>
              </a:rPr>
              <a:t>rotate secret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altLang="en-US" sz="2400" b="1"/>
          </a:p>
          <a:p>
            <a:r>
              <a:rPr lang="en-US" altLang="en-US" sz="2400" b="1"/>
              <a:t>Rotate database credentials used by application code without interruption </a:t>
            </a:r>
          </a:p>
          <a:p>
            <a:endParaRPr lang="en-US" altLang="en-US" sz="2400" b="1"/>
          </a:p>
          <a:p>
            <a:r>
              <a:rPr lang="en-US" altLang="en-US" sz="2400" b="1"/>
              <a:t>Secrets Manager creates a new credential with equivalent permissions. </a:t>
            </a:r>
          </a:p>
          <a:p>
            <a:endParaRPr lang="en-US" altLang="en-US" sz="2400" b="1"/>
          </a:p>
          <a:p>
            <a:r>
              <a:rPr lang="en-US" altLang="en-US" sz="2400" b="1"/>
              <a:t>The new credential is promoted and returned via subsequent Secrets Manager API calls.</a:t>
            </a:r>
          </a:p>
          <a:p>
            <a:endParaRPr lang="en-US" altLang="en-US" sz="2400" b="1"/>
          </a:p>
          <a:p>
            <a:r>
              <a:rPr lang="en-US" altLang="en-US" sz="2400" b="1"/>
              <a:t>Secrets Manager safely disables the original credential.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</TotalTime>
  <Words>338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Calisto MT</vt:lpstr>
      <vt:lpstr>Wingdings 2</vt:lpstr>
      <vt:lpstr>Slate</vt:lpstr>
      <vt:lpstr>AWS Secrets Manager</vt:lpstr>
      <vt:lpstr>Overview  AWS Secrets Manager enables customers to rotate, manage, and retrieve database credentials, API keys, and other secrets throughout their lifecycle. </vt:lpstr>
      <vt:lpstr>Key Features</vt:lpstr>
      <vt:lpstr>Key Features</vt:lpstr>
      <vt:lpstr>## AWS CLI commands for Secrets Manager</vt:lpstr>
      <vt:lpstr>Use Case - rotate secret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Secrets Manager</dc:title>
  <dc:creator>Mohammed Amaan Ahmed</dc:creator>
  <cp:lastModifiedBy>Mohammed Amaan Ahmed</cp:lastModifiedBy>
  <cp:revision>3</cp:revision>
  <dcterms:created xsi:type="dcterms:W3CDTF">2025-08-16T09:22:54Z</dcterms:created>
  <dcterms:modified xsi:type="dcterms:W3CDTF">2025-10-07T19:37:02Z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8FA636C72A6C48FC9AB35952AA50D80D_12</vt:lpwstr>
  </property>
  <property fmtid="{D5CDD505-2E9C-101B-9397-08002B2CF9AE}" pid="3" name="KSOProductBuildVer">
    <vt:lpwstr>1033-12.2.0.21931</vt:lpwstr>
  </property>
</Properties>
</file>